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0be296a44054722" /><Relationship Type="http://schemas.openxmlformats.org/package/2006/relationships/metadata/core-properties" Target="/docProps/core.xml" Id="Rd47be2c3388a435a" /><Relationship Type="http://schemas.openxmlformats.org/officeDocument/2006/relationships/extended-properties" Target="/docProps/app.xml" Id="Rd6a2319f3d8e4254" /><Relationship Type="http://schemas.openxmlformats.org/officeDocument/2006/relationships/custom-properties" Target="/docProps/custom.xml" Id="Rfa810f96079742d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88a37ac6122428f"/>
    <p:sldId id="257" r:id="R678dd3ff0a9f42b0"/>
    <p:sldId id="258" r:id="Ree0e64414f804ce6"/>
    <p:sldId id="259" r:id="Rbb5033cec2e74ca1"/>
    <p:sldId id="260" r:id="Rd693199ad6244838"/>
    <p:sldId id="261" r:id="Rdb276d80810a4254"/>
    <p:sldId id="262" r:id="R0a08e0c0a4fb49e8"/>
    <p:sldId id="263" r:id="R1e5648c2384a4d35"/>
    <p:sldId id="264" r:id="Raef621c0f0a648ca"/>
    <p:sldId id="265" r:id="R44467aa8ad76471e"/>
    <p:sldId id="266" r:id="R8cfc2dd7cb354b1d"/>
    <p:sldId id="267" r:id="R22394595179349ec"/>
    <p:sldId id="268" r:id="R601c10f886bb4fe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88a37ac6122428f" /><Relationship Type="http://schemas.openxmlformats.org/officeDocument/2006/relationships/slide" Target="/ppt/slides/slide2.xml" Id="R678dd3ff0a9f42b0" /><Relationship Type="http://schemas.openxmlformats.org/officeDocument/2006/relationships/slide" Target="/ppt/slides/slide3.xml" Id="Ree0e64414f804ce6" /><Relationship Type="http://schemas.openxmlformats.org/officeDocument/2006/relationships/slide" Target="/ppt/slides/slide4.xml" Id="Rbb5033cec2e74ca1" /><Relationship Type="http://schemas.openxmlformats.org/officeDocument/2006/relationships/slide" Target="/ppt/slides/slide5.xml" Id="Rd693199ad6244838" /><Relationship Type="http://schemas.openxmlformats.org/officeDocument/2006/relationships/slide" Target="/ppt/slides/slide6.xml" Id="Rdb276d80810a4254" /><Relationship Type="http://schemas.openxmlformats.org/officeDocument/2006/relationships/slide" Target="/ppt/slides/slide7.xml" Id="R0a08e0c0a4fb49e8" /><Relationship Type="http://schemas.openxmlformats.org/officeDocument/2006/relationships/slide" Target="/ppt/slides/slide8.xml" Id="R1e5648c2384a4d35" /><Relationship Type="http://schemas.openxmlformats.org/officeDocument/2006/relationships/slide" Target="/ppt/slides/slide9.xml" Id="Raef621c0f0a648ca" /><Relationship Type="http://schemas.openxmlformats.org/officeDocument/2006/relationships/slide" Target="/ppt/slides/slide10.xml" Id="R44467aa8ad76471e" /><Relationship Type="http://schemas.openxmlformats.org/officeDocument/2006/relationships/slide" Target="/ppt/slides/slide11.xml" Id="R8cfc2dd7cb354b1d" /><Relationship Type="http://schemas.openxmlformats.org/officeDocument/2006/relationships/slide" Target="/ppt/slides/slide12.xml" Id="R22394595179349ec" /><Relationship Type="http://schemas.openxmlformats.org/officeDocument/2006/relationships/slide" Target="/ppt/slides/slide13.xml" Id="R601c10f886bb4fe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24fa17bfa43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b3f5684c440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1d57d37914e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1ed3dda514e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1aca776a84ce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14c4749936f426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765f079d88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f9e5bbfc5a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ca8805805c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5a3e130b134b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f75640ebb8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313eb6114443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5f557d3d50345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726c29e2bb4a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1c54ac3ffb2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78f58d6f6647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ea3af7333940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7de949bf184b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bb6255e2c345fd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如何使用 Google Apps Script</a:t>
            </a:r>
          </a:p>
        </p:txBody>
      </p:sp>
      <p:sp>
        <p:nvSpPr>
          <p:cNvPr id="100000" name="subtitle Placeholder 100000"/>
          <p:cNvSpPr/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 JavaScript 自動化你的 Google Workspace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什麼是 Google Apps Script？</a:t>
            </a:r>
          </a:p>
        </p:txBody>
      </p:sp>
      <p:sp>
        <p:nvSpPr>
          <p:cNvPr id="100001" name="body Placeholder 100001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/>
              <a:t>Google Apps Script（GAS）是 Google 提供的雲端 JavaScript 開發平台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可直接讀寫、操控 Sheets、Docs、Gmail、Calendar、Drive 等服務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程式碼執行在 Google 伺服器上，免安裝、免維運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語法基於現代 JavaScript（V8 執行環境），支援 ES6+ 語法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為什麼要使用 GAS？</a:t>
            </a:r>
          </a:p>
        </p:txBody>
      </p:sp>
      <p:sp>
        <p:nvSpPr>
          <p:cNvPr id="100002" name="body Placeholder 100002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完全免費，只需要一個 Google 帳號即可開始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與 Google Workspace 服務深度整合，存取自己的資料無需額外申請 API 金鑰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可設定觸發器，依排程或事件自動執行，不需要手動操作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能建立網頁應用程式（Web App）、對外提供 API，並串接外部服務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適合非工程背景的使用者，快速自動化重複性工作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常見應用情境</a:t>
            </a:r>
          </a:p>
        </p:txBody>
      </p:sp>
      <p:sp>
        <p:nvSpPr>
          <p:cNvPr id="100003" name="body Placeholder 100003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自動寄送 Email 通知或定期報表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Google Sheet 資料清理、整合與批次處理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Google Forms 表單送出後自動回覆或寫入資料庫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行事曆（Calendar）事件自動建立與提醒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串接外部 API（天氣、匯率、Slack、LINE Notify 等）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建立自訂選單、側邊欄或對話框，強化 Sheets／Docs 操作介面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如何開始建立專案</a:t>
            </a:r>
          </a:p>
        </p:txBody>
      </p:sp>
      <p:sp>
        <p:nvSpPr>
          <p:cNvPr id="100004" name="body Placeholder 100004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方法一：開啟 Google Sheets／Docs／Slides，點選「擴充功能 &gt; Apps Script」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方法二：直接前往 script.google.com 建立獨立（standalone）專案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新專案預設會產生一個 Code.gs 檔案與線上程式碼編輯器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每個專案都有一個 appsscript.json 設定檔，定義執行環境與權限範圍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開發環境介紹</a:t>
            </a:r>
          </a:p>
        </p:txBody>
      </p:sp>
      <p:sp>
        <p:nvSpPr>
          <p:cNvPr id="100005" name="body Placeholder 100005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線上程式碼編輯器：語法高亮、自動完成、即時雲端儲存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執行（Run）與偵錯（Debug）：可設定中斷點、單步執行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Logger.log() 搭配「執行記錄」查看輸出與錯誤訊息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「觸發條件」頁籤：管理排程與事件觸發器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「專案設定」：管理權限範圍（Scopes）與所屬雲端專案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基本語法範例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432000" y="1872000"/>
            <a:ext cx="8280000" cy="4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E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function sendDailyReport() {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var sheet = SpreadsheetApp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    .getActiveSpreadsheet()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    .getSheetByName("Sales");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var data = sheet.getDataRange().getValues();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var total = data.reduce(function (sum, row) {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  return sum + row[2];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}, 0);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GmailApp.sendEmail(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  "team@example.com",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  "每日銷售報表",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  "今日總銷售額：" + total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  );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6E6E6"/>
                </a:solidFill>
                <a:latin typeface="Courier New"/>
                <a:ea typeface="Courier New"/>
              </a:rPr>
              <a:t>}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常用服務 API</a:t>
            </a:r>
          </a:p>
        </p:txBody>
      </p:sp>
      <p:sp>
        <p:nvSpPr>
          <p:cNvPr id="100007" name="body Placeholder 100007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SpreadsheetApp：操作 Google 試算表（讀寫儲存格、建立工作表）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DocumentApp：操作 Google 文件（新增段落、格式化文字）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GmailApp：寄送、搜尋、標記 Gmail 郵件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CalendarApp：建立、查詢、修改行事曆事件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DriveApp：管理 Google Drive 檔案與資料夾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UrlFetchApp：呼叫外部 HTTP API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PropertiesService：儲存指令碼、使用者或文件層級的設定值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Utilities：處理日期格式化、加解密等工具函式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觸發器（Triggers）</a:t>
            </a:r>
          </a:p>
        </p:txBody>
      </p:sp>
      <p:sp>
        <p:nvSpPr>
          <p:cNvPr id="100008" name="body Placeholder 100008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時間驅動觸發器：依固定時間或週期自動執行（每天、每小時…）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事件驅動觸發器：表單送出、試算表編輯、開啟檔案時觸發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可在「觸發條件」頁籤圖形化設定，也可用 ScriptApp 以程式碼建立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觸發器讓 GAS 從「手動執行」升級為「全自動化」流程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部署與發布</a:t>
            </a:r>
          </a:p>
        </p:txBody>
      </p:sp>
      <p:sp>
        <p:nvSpPr>
          <p:cNvPr id="100009" name="body Placeholder 100009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部署為「網頁應用程式」（Web App）：取得公開網址，供瀏覽器或外部程式呼叫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部署為「可執行 API」：讓其他 Google Cloud 專案呼叫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發布為「增益集／附加元件」：分享給團隊或 Google Workspace Marketplace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每次修改後需建立「新版本」部署，外部呼叫端才會看到更新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常見限制與注意事項</a:t>
            </a:r>
          </a:p>
        </p:txBody>
      </p:sp>
      <p:sp>
        <p:nvSpPr>
          <p:cNvPr id="100010" name="body Placeholder 100010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單次執行時間上限約 6 分鐘（一般消費者帳號）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每日配額限制：Email 寄送數量、URL Fetch 呼叫次數等皆有上限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主要僅能操作 Google 生態系服務，串接外部系統需透過 UrlFetchApp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程式碼與資料儲存在 Google 雲端，需留意權限範圍與資料存取安全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學習資源</a:t>
            </a:r>
          </a:p>
        </p:txBody>
      </p:sp>
      <p:sp>
        <p:nvSpPr>
          <p:cNvPr id="100011" name="body Placeholder 100011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官方文件：developers.google.com/apps-script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官方範例庫（Apps Script Samples）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Stack Overflow、Reddit r/GoogleAppsScript 等社群討論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建議從小型腳本開始，逐步練習串接不同 Google 服務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結語</a:t>
            </a:r>
          </a:p>
        </p:txBody>
      </p:sp>
      <p:sp>
        <p:nvSpPr>
          <p:cNvPr id="100012" name="body Placeholder 100012"/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t>Google Apps Script 是入門自動化、串接 Google 服務的最佳起點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不需要額外伺服器與部署成本，寫完就能用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從一個簡單的「自動寄信」腳本開始，逐步打造專屬的工作流程自動化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/>
              <a:t>Q &amp; A ｜ 謝謝聆聽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2026-07-18T06:59:06Z</dcterms:created>
  <cp:lastModifiedBy>OfficeCLI</cp:lastModifiedBy>
  <dcterms:modified xsi:type="dcterms:W3CDTF">2026-07-18T06:59:06Z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1.0.138</vt:lpwstr>
  </op:property>
  <op:property fmtid="{D5CDD505-2E9C-101B-9397-08002B2CF9AE}" pid="3" name="OfficeCLI.LastModified">
    <vt:lpwstr xmlns:vt="http://schemas.openxmlformats.org/officeDocument/2006/docPropsVTypes">2026-07-18T07:01:34Z</vt:lpwstr>
  </op:property>
</op:Properties>
</file>